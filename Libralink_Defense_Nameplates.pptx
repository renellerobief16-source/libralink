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83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STUDIES &amp; INFORMATION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DEFENSE EVALUATION PANEL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[DR. PANEL CHAIR NAME, Ph.D.]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of the Evaluation Panel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31546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2186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CHAIRMAN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Evaluation Committee  •  Academic Year 2026-2027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83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STUDIES &amp; INFORMATION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DEFENSE EVALUATION PANEL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[PROF. EVALUATOR ONE, MSCS/MIT]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Systems Evaluator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31546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2186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MEMBER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Evaluation Committee  •  Academic Year 2026-2027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83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STUDIES &amp; INFORMATION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DEFENSE EVALUATION PANEL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[ENGR. EVALUATOR TWO, MITE]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Specialist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31546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2186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MEMBER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Evaluation Committee  •  Academic Year 2026-2027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583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STUDIES &amp; INFORMATION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DEFENSE EVALUATION PANEL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[PROF. ADVISER NAME, MSCS]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Adviser &amp; Mentor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31546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2186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ADVISER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Evaluation Committee  •  Academic Year 2026-2027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 TEAM BADGES / DESK TENTS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2560320" cy="411480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PROPONENT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RENEL ROBIE 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&amp; Lead Developer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443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2022-00123-TG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Information Technology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of 2026-2027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80160" y="3749040"/>
            <a:ext cx="914400" cy="77724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CODE ]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91840" y="685800"/>
            <a:ext cx="2560320" cy="411480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291840" y="6858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777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PROPONENT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184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645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[PROPONENT 2 NAME]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UI/UX Specialist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66160" y="288036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9443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2022-00456-TG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Information Technology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of 2026-2027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0" y="3749040"/>
            <a:ext cx="914400" cy="77724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CODE ]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126480" y="685800"/>
            <a:ext cx="2560320" cy="411480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126480" y="6858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777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PROPONENT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645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[PROPONENT 3 NAME]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Analyst &amp; QA Engineer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288036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9443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2022-00789-TG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Information Technology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of 2026-2027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3749040"/>
            <a:ext cx="914400" cy="77724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CODE 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 Panel &amp; Team Nameplates</dc:title>
  <dc:subject>PptxGenJS Presentation</dc:subject>
  <dc:creator>Libralink Capstone Team</dc:creator>
  <cp:lastModifiedBy>Libralink Capstone Team</cp:lastModifiedBy>
  <cp:revision>1</cp:revision>
  <dcterms:created xsi:type="dcterms:W3CDTF">2026-09-25T14:28:59Z</dcterms:created>
  <dcterms:modified xsi:type="dcterms:W3CDTF">2026-09-25T14:28:59Z</dcterms:modified>
</cp:coreProperties>
</file>