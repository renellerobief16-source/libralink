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474720"/>
            <a:ext cx="3657600" cy="2743200"/>
          </a:xfrm>
          <a:prstGeom prst="roundRect">
            <a:avLst>
              <a:gd name="adj" fmla="val 10000"/>
            </a:avLst>
          </a:prstGeom>
          <a:solidFill>
            <a:srgbClr val="4F46E5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822960"/>
            <a:ext cx="3474720" cy="32004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412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TITLE DEFENSE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Library Information &amp; Automated Circulation 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7680960" cy="274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6517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88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PROPONENTS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Renel Robie F. (Project Lead / Full-Stack)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[Proponent 2 Name] (Frontend Specialist)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[Proponent 3 Name] (QA &amp; Systems Analyst)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65176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788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&amp; PANEL COMMITTEE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30632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Capstone Adviser: [Adviser Name, MSCS/MIT]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Panel Chairman: [Panel Chair Name, Ph.D.]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Evaluator: [Panel Member Name, MIT]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• Smart Library Circulation &amp; Student Management System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32320" y="4873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DEFENSE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Executive Summary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Borrowing Queue Times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Catalog Visibility &amp; Tracking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5603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Record Losses &amp; Manual Log Overhead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194560"/>
            <a:ext cx="38862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194560"/>
            <a:ext cx="38862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2677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 / PAIN POINTS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2651760"/>
            <a:ext cx="3520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logbooks create long queues during peak campus hours.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cannot verify book availability prior to visiting.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Discrepancies in tracking overdue penalties and unreturned copies.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Lack of analytics on library usage and departmental book demand.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388620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194560"/>
            <a:ext cx="38862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2677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LIBRALINK SOLUTION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651760"/>
            <a:ext cx="3520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digital transactions with Student QR Code Scanning.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Online real-time OPAC catalog with dynamic multi-filter search.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due dates, penalty computation &amp; web push alerts.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Centralized administrative dashboards with circulation analytics.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• Smart Library Circulation &amp; Student Management System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32320" y="4873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DEFENSE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Statement &amp; Capstone Objectives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0584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972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/ GENERAL OBJECTIVE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design, develop, and deploy "Libralink", an integrated web-based library management platform that automates book acquisition, cataloging, circulation, student reservations, and analytical reporting to elevate campus library efficiency.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3317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500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SO-1: Cataloging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26700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responsive catalog indexing system with category filtering, search, and rack location guides.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19456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23317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35000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SO-2: Circulation Engine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00600" y="26700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automated check-in/checkout rules with QR code verification and penalty calculating engines.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61188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301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SO-3: Multi-Role Portals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5800" y="39502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customized web interfaces tailored for Students, College Librarians, and System Administrators.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47472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361188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6301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SO-4: System Evaluation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39502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usability, performance, and acceptance using ISO 25010 software quality standards.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• Smart Library Circulation &amp; Student Management System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32320" y="4873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DEFENSE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Modern Technology Stack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5156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51560"/>
            <a:ext cx="256032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CLIENT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3533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Single Page App (SPA)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19 + Vite (Fast Bundling)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 CSS + Material Tailwind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Lucide Icons &amp; Responsive Views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 QR Scanner / Camera Hook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Leaflet Interactive Floor Map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51560"/>
            <a:ext cx="2560320" cy="5943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13533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&amp; Event Bus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29000" y="17830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&amp; Express Framework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Bearer Token Authentication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 Control (RBAC)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Socket.io Live Due Notifications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 &amp; Input Sanitization Layer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051560"/>
            <a:ext cx="256032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&amp; HOSTING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13533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 &amp; Production Deploy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72200" y="17830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 Relational DB &amp; Connection Pool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Normalized Relational Schema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/ Cloud File Storage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Daily Backup Procedures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Apache/XAMPP &amp; Cloud Host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• Smart Library Circulation &amp; Student Management System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32320" y="4873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DEFENSE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 Modules &amp; Feature Breakdown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515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34440"/>
            <a:ext cx="356616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1. Intelligent Cataloging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ISBN, Dewey Decimal, Category lookup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copy count &amp; status (Available/Reserved)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Rack / Shelf location visual guidance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234440"/>
            <a:ext cx="356616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2. QR Rapid Circulation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Contactless Student ID QR scanning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 checkout drawer for desk librarians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return verification &amp; copy restock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063240"/>
            <a:ext cx="356616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08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3. Due Dates &amp; Alerts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52044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Configurable borrowing limits (e.g., 3-5 days)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Overdue penalty auto-computation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In-app reminders and notification badge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063240"/>
            <a:ext cx="356616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08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4. Analytics &amp; Auditing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52044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borrowed titles and college trends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circulation logs &amp; CSV/Excel export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Tamper-resistant audit trails for penalties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• Smart Library Circulation &amp; Student Management System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32320" y="4873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DEFENSE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User Experience &amp; Portals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5156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188720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161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1920240"/>
            <a:ext cx="20116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57400"/>
            <a:ext cx="21945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 profile with dynamic digital ID card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Explore books, view shelf locator &amp; ratings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Place book reservations &amp; manage wishlist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 active borrowings, history &amp; penalties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Submit feedback and view announcements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188720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2161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9184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DESK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1920240"/>
            <a:ext cx="20116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2057400"/>
            <a:ext cx="21945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Checkout/Check-in Drawer via QR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queue &amp; active borrower monitor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 renewals, verify return conditions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Assess penalties for damaged or lost books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 campus library bulletins &amp; notices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105156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188720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21615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3504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920240"/>
            <a:ext cx="20116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057400"/>
            <a:ext cx="21945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lifecycle (Librarians, Students, Staff)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catalog management &amp; bulk imports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Configure borrowing policies &amp; grace periods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 monthly compliance &amp; audit reports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backups &amp; system maintenance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• Smart Library Circulation &amp; Student Management System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32320" y="4873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DEFENSE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&amp; Transaction Workflows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51560"/>
            <a:ext cx="38862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51560"/>
            <a:ext cx="388620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43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RELATIONAL ENTITIES (MySQL)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600200"/>
            <a:ext cx="352044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459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students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8288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student_no, college, program, qr_token, role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731520" y="2167128"/>
            <a:ext cx="352044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12848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/ catalog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39572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isbn, title, author, category, rack_no, total_copies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31520" y="2734056"/>
            <a:ext cx="352044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77977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book_copies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9626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copy_barcode, book_id, status (Available/Loaned)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31520" y="3300984"/>
            <a:ext cx="352044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46704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borrow_transactions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352958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copy_id, issue_date, due_date, return_date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1520" y="3867912"/>
            <a:ext cx="3520440" cy="475488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136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/ fines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40965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trans_id, amount, reason, payment_status, receipt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09160" y="1051560"/>
            <a:ext cx="38862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1051560"/>
            <a:ext cx="388620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143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WORKFLOW PIPELINE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1600200"/>
            <a:ext cx="352044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1655064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Identification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83480" y="18562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presents digital QR code or enters Student ID at circulation counter.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92040" y="2258568"/>
            <a:ext cx="352044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3134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Eligibility Verification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83480" y="2514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validates active enrollments, overdue fines, and borrowing quota limit.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92040" y="2916936"/>
            <a:ext cx="352044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971800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Barcode Dispatch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83480" y="31729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scans book barcode; status flips from Available to Loaned instantly.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92040" y="3575304"/>
            <a:ext cx="352044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6301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Live Confirmation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83480" y="38313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is logged (3-5 days); live confirmation reflects in Student Portal.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• Smart Library Circulation &amp; Student Management System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32320" y="4873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DEFENSE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Implementation Schedule &amp; Milestones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96012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Full interactive 18-week task schedule available in "Libralink_Capstone_Gantt_Chart.xlsx"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8046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08760"/>
            <a:ext cx="137160" cy="530352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5819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Inception &amp; SRS Requirements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78308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1 - 3 (Aug - Sep)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0" y="1636776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65506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8046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148840"/>
            <a:ext cx="137160" cy="530352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22199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DB Modeling &amp; UI/UX Figma Design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42316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3 - 6 (Sep - Oct)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2276856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29514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8046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788920"/>
            <a:ext cx="137160" cy="530352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28620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&amp; 4: Full Stack Express &amp; React Coding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306324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6 - 13 (Oct - Nov)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2916936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293522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IN PROGRESS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8046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429000"/>
            <a:ext cx="137160" cy="530352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50215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&amp; 6: QR Hardware, WebSockets &amp; QA UAT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70332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12 - 16 (Nov - Dec)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3557016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57530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ACTIVE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4069080"/>
            <a:ext cx="8046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069080"/>
            <a:ext cx="137160" cy="530352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14223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7: Manuscript Polish &amp; Oral Defense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" y="434340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16 - 18 (December)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17920" y="4197096"/>
            <a:ext cx="2103120" cy="274320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421538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• Smart Library Circulation &amp; Student Management System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32320" y="4873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DEFENSE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Quality Assurance &amp; Testing Plan (ISO 25010)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515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344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2527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Suitability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all CRUD operations, borrow/return state machines, and fine computations with 0% logic failure.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2344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527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(UAT)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&amp; Accessibility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college librarians and students using SUS (System Usability Scale) target score &gt; 85.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0632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815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Efficiency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search queries response time under 250ms with 1,000+ active book inventory records.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8803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063240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0815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AUDIT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Integrity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hashing, JWT expiration, SQL parameterization preventing injection attacks.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• Smart Library Circulation &amp; Student Management System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132320" y="4873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DEFENSE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&amp; Delimitations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51560"/>
            <a:ext cx="38862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051560"/>
            <a:ext cx="38862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43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FEATURES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3520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Web-based student &amp; librarian access (desktop/mobile browsers).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QR code generation for student library ID cards.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Real-time book reservation, renewal, and cancellation.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Configurable borrowing rules per college/department.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Interactive library 2D floor rack locator (Leaflet map).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Statistical reporting &amp; Excel/CSV log exports.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38862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051560"/>
            <a:ext cx="3886200" cy="4114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1430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DELIMITATIONS / FUTURE EXTENSIONS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645920"/>
            <a:ext cx="3520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Hardware RFID turnstile physical gates (software-only circulation).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Online credit card/e-wallet fine processing (cashier counter logged).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Direct e-book PDF piracy hosting (focus on physical campus collection).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Cross-campus inter-library loans beyond the local institution.
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Native Android/iOS store apps (PWA / responsive web deployed).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• Smart Library Circulation &amp; Student Management System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132320" y="4873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DEFENSE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Deliverables &amp; Institutional Impact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515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344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280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Software Package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web application with React frontend, Node/Express backend, and MySQL database container.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2344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0759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1280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Manuscript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920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5-chapter thesis report adhering strictly to university research formatting and citations.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0632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13639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108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Documentation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Librarian Operating Manual, Student Quick-Start Guide, and System Admin Technical Guide.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8803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306324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13639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3108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Value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749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time savings for library staff, zero lost records, and modernized data-driven campus culture.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• Smart Library Circulation &amp; Student Management System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132320" y="4873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of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560320"/>
            <a:ext cx="3200400" cy="32004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05840"/>
            <a:ext cx="5486400" cy="36576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TITLE DEFENSE CONCLUDED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 HONORED PANEL!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valuable feedback, questions, and recommendations.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743200"/>
            <a:ext cx="64008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88036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6B6D4"/>
                </a:solidFill>
              </a:rPr>
              <a:t>LIBRALINK DEVELOPMENT TEAM
</a:t>
            </a:r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Lead Proponent: Renel Robie F.  |  Email: contact@libralink.local
</a:t>
            </a:r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College of Information and Communications Technology / Computer Studies
</a:t>
            </a:r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BD5E1"/>
                </a:solidFill>
              </a:rPr>
              <a:t>Gantt Schedule: Libralink_Capstone_Gantt_Chart.xlsx  •  Repository: local htdocs/libralinkk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LIBRALINK • Smart Library Circulation &amp; Student Management System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0" y="4873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of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Libralink: Capstone Oral Defense</dc:title>
  <dc:subject>PptxGenJS Presentation</dc:subject>
  <dc:creator>Libralink Capstone Team</dc:creator>
  <cp:lastModifiedBy>Libralink Capstone Team</cp:lastModifiedBy>
  <cp:revision>1</cp:revision>
  <dcterms:created xsi:type="dcterms:W3CDTF">2026-09-25T14:28:59Z</dcterms:created>
  <dcterms:modified xsi:type="dcterms:W3CDTF">2026-09-25T14:28:59Z</dcterms:modified>
</cp:coreProperties>
</file>